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DUSTBIN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IoT Based Automatic Waste Management System</a:t>
            </a:r>
          </a:p>
          <a:p/>
          <a:p>
            <a:r>
              <a:t>Presented by: Sheeba Rani 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Dustbin is an automatic waste management system.</a:t>
            </a:r>
          </a:p>
          <a:p>
            <a:r>
              <a:t>It uses sensors to maintain cleanliness and hygiene.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waste collection is unhygienic.</a:t>
            </a:r>
          </a:p>
          <a:p>
            <a:r>
              <a:t>Overflowing dustbins cause pollution.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 lid opening</a:t>
            </a:r>
          </a:p>
          <a:p>
            <a:r>
              <a:t>Waste level monitoring</a:t>
            </a:r>
          </a:p>
          <a:p>
            <a:r>
              <a:t>Low cost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Arduino UNO</a:t>
            </a:r>
          </a:p>
          <a:p>
            <a:r>
              <a:t>Ultrasonic Sensor</a:t>
            </a:r>
          </a:p>
          <a:p>
            <a:r>
              <a:t>Servo Motor</a:t>
            </a:r>
          </a:p>
          <a:p>
            <a:r>
              <a:t>Breadboard</a:t>
            </a:r>
          </a:p>
          <a:p>
            <a:r>
              <a:t>Jumper Wires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Ultrasonic Sensor → Arduino → Servo Motor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 detects object</a:t>
            </a:r>
          </a:p>
          <a:p>
            <a:r>
              <a:t>Arduino processes signal</a:t>
            </a:r>
          </a:p>
          <a:p>
            <a:r>
              <a:t>Servo opens lid automatically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Cities</a:t>
            </a:r>
          </a:p>
          <a:p>
            <a:r>
              <a:t>Public Places</a:t>
            </a:r>
          </a:p>
          <a:p>
            <a:r>
              <a:t>Colleges &amp; Offices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Hygienic</a:t>
            </a:r>
          </a:p>
          <a:p>
            <a:r>
              <a:t>Low cost</a:t>
            </a:r>
          </a:p>
          <a:p>
            <a:r>
              <a:t>Easy maintenance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Dustbin improves waste management.</a:t>
            </a:r>
          </a:p>
          <a:p>
            <a:r>
              <a:t>Useful for smart cities.</a:t>
            </a:r>
          </a:p>
          <a:p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